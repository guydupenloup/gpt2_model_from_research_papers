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99FF"/>
    <a:srgbClr val="FFFF99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4" autoAdjust="0"/>
    <p:restoredTop sz="94648" autoAdjust="0"/>
  </p:normalViewPr>
  <p:slideViewPr>
    <p:cSldViewPr snapToGrid="0">
      <p:cViewPr varScale="1">
        <p:scale>
          <a:sx n="97" d="100"/>
          <a:sy n="97" d="100"/>
        </p:scale>
        <p:origin x="1110" y="30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E386A-96E2-AF38-6F4C-B085CA0BDE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912C20-A135-8FEE-0409-3BB4103693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DEC380-BAB6-A7FB-FCB3-7EAAD9952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21A34F-9ACB-4B9A-AC90-B216D47E3709}" type="datetimeFigureOut">
              <a:rPr lang="en-GB" smtClean="0"/>
              <a:t>21/11/2025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F2E52E-FD9E-32CC-1C6D-82F2859BE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E99B21-7F33-20D1-1B62-419E771C3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70AA1-92D3-4DFF-BDD7-016ABAE833B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1662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983700-4383-F78D-93AF-673B149E1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951642-7634-CB53-FC32-1D63AE0D9E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21615B-A93C-03F6-8D74-A2E4475C3C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21A34F-9ACB-4B9A-AC90-B216D47E3709}" type="datetimeFigureOut">
              <a:rPr lang="en-GB" smtClean="0"/>
              <a:t>21/11/2025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E8ACFB-CAE3-41F7-4025-438A1ADFB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54D85A-3445-EB60-69DB-9F31C973D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70AA1-92D3-4DFF-BDD7-016ABAE833B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30051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A952A-4947-39EE-037F-F057E3523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D9F053-4678-0F3C-3B6F-94DF068ADB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318E94-AB15-A477-B991-12988D2B40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21A34F-9ACB-4B9A-AC90-B216D47E3709}" type="datetimeFigureOut">
              <a:rPr lang="en-GB" smtClean="0"/>
              <a:t>21/11/2025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8FAED6-90EE-72B7-D284-CB14709D20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82857B-9A39-404E-EDF0-3546BF46BC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70AA1-92D3-4DFF-BDD7-016ABAE833B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21122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7A96B9-7C90-63E8-39BF-3678BDACA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2574AB-0B20-0F29-4FB9-7E06830A64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745D53-CB01-B5F6-388A-F355BDE9BC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D0E30E-B02D-F8AE-BE24-D497C9D3EB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21A34F-9ACB-4B9A-AC90-B216D47E3709}" type="datetimeFigureOut">
              <a:rPr lang="en-GB" smtClean="0"/>
              <a:t>21/11/2025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C2E529-5DE5-73B6-D1C2-6CF6FCC73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611198-1221-4222-4BB7-AEEF45C20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70AA1-92D3-4DFF-BDD7-016ABAE833B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98461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6112FC-DC79-D1FE-4A59-6E640CAE0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1E8A8D-B4F0-26D3-DD12-9ADDC4EDC9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4A9B3D-B527-7294-42DC-5E7AF97D17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8BEB9AC-625F-4C95-6D99-E3D77B227CA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D76EA13-474C-7BE5-A3BB-F375980587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4D57D3-3985-1332-D5A9-F0A73643E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21A34F-9ACB-4B9A-AC90-B216D47E3709}" type="datetimeFigureOut">
              <a:rPr lang="en-GB" smtClean="0"/>
              <a:t>21/11/2025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6CF9A4-B2D9-C2C9-EBA1-8EC49ACE50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1485724-65CF-2467-14A3-5617570071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70AA1-92D3-4DFF-BDD7-016ABAE833B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2477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C3C9E-E659-04D7-0A45-70FABEC43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C801195-BD64-0C7C-55A5-5D792D680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21A34F-9ACB-4B9A-AC90-B216D47E3709}" type="datetimeFigureOut">
              <a:rPr lang="en-GB" smtClean="0"/>
              <a:t>21/11/2025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F5A9BB-9E8E-DDF1-9A89-0EF057482E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57FBE4-C30F-9244-7B68-DDFB6C544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70AA1-92D3-4DFF-BDD7-016ABAE833B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39653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70A62D9-8075-AE0F-C397-42634BD17D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21A34F-9ACB-4B9A-AC90-B216D47E3709}" type="datetimeFigureOut">
              <a:rPr lang="en-GB" smtClean="0"/>
              <a:t>21/11/2025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1A3D09-CE28-3B20-0552-D60CB0877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5B36C9-3C0E-6443-5220-AB29413DF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70AA1-92D3-4DFF-BDD7-016ABAE833B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76140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621C6-E466-6452-D9C0-BB09EC94EB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6B3A84-473D-513F-57B5-CB9E896FD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3CEDAF-1F71-D060-395C-CB568F1EE5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FF25A4-894B-58FE-357A-B59B4F7F31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21A34F-9ACB-4B9A-AC90-B216D47E3709}" type="datetimeFigureOut">
              <a:rPr lang="en-GB" smtClean="0"/>
              <a:t>21/11/2025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30FE4B-5056-BD51-95A7-D378FE64D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FEFEA2-20B9-8CD7-382E-E624221EF7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70AA1-92D3-4DFF-BDD7-016ABAE833B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05913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41F3E4-6F66-C00E-448E-E082F04FDE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D6B70F0-F944-B2F0-D518-A6B742A45E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B61DC7-E675-6E3F-BEA9-1D5F08E0B1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27D8FC-1DE6-A796-6D66-6F306FE878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21A34F-9ACB-4B9A-AC90-B216D47E3709}" type="datetimeFigureOut">
              <a:rPr lang="en-GB" smtClean="0"/>
              <a:t>21/11/2025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698A93-EDC9-D105-D996-82D8E2A82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6EE326-D235-61FA-59FB-9690B99219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70AA1-92D3-4DFF-BDD7-016ABAE833B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02036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B37C2-6AB6-47A7-92D6-81EF11F9CA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C2D81D-F136-7B84-F7DF-322D184B04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8DB543-0D81-ABED-1CAA-E495B53C4B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21A34F-9ACB-4B9A-AC90-B216D47E3709}" type="datetimeFigureOut">
              <a:rPr lang="en-GB" smtClean="0"/>
              <a:t>21/11/2025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00C812-A662-37CA-DA14-DB6CA5AD8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547085-F3BC-0856-ADBC-A25C8F5B3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70AA1-92D3-4DFF-BDD7-016ABAE833B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11292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290F6B-189A-62B2-4E49-F93471479D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BDB8B1-922E-0908-FA52-FE6F0B49F6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79DF13-7FB7-D4B6-5350-3207EC21D6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21A34F-9ACB-4B9A-AC90-B216D47E3709}" type="datetimeFigureOut">
              <a:rPr lang="en-GB" smtClean="0"/>
              <a:t>21/11/2025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F7AC09-9A1F-6FC7-E22C-6F0BF8AD6C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4DF115-4C0D-E2BE-D6F9-24E1EABF5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70AA1-92D3-4DFF-BDD7-016ABAE833B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01886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B73CF6D-A582-CE42-3508-A72DFF031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882F4E-007B-F0A8-9690-F69CD5C5A3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8BBEEC-2F94-C834-41DE-D17ACF74D3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21A34F-9ACB-4B9A-AC90-B216D47E3709}" type="datetimeFigureOut">
              <a:rPr lang="en-GB" smtClean="0"/>
              <a:t>21/11/2025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75CFDB-393F-3A31-832E-06A4BAB56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927D5E-E958-3F92-BF46-EA8BBB34D5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570AA1-92D3-4DFF-BDD7-016ABAE833B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13142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Rectangle 91">
            <a:extLst>
              <a:ext uri="{FF2B5EF4-FFF2-40B4-BE49-F238E27FC236}">
                <a16:creationId xmlns:a16="http://schemas.microsoft.com/office/drawing/2014/main" id="{6220F1DA-4657-3F73-44CF-BB14CF1AB7D0}"/>
              </a:ext>
            </a:extLst>
          </p:cNvPr>
          <p:cNvSpPr/>
          <p:nvPr/>
        </p:nvSpPr>
        <p:spPr>
          <a:xfrm>
            <a:off x="2608546" y="1076325"/>
            <a:ext cx="4191000" cy="521549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00">
              <a:solidFill>
                <a:schemeClr val="tx1"/>
              </a:solidFill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490F989E-5395-19F3-C0F6-46360B2DD3E3}"/>
              </a:ext>
            </a:extLst>
          </p:cNvPr>
          <p:cNvSpPr/>
          <p:nvPr/>
        </p:nvSpPr>
        <p:spPr>
          <a:xfrm>
            <a:off x="3190876" y="1624017"/>
            <a:ext cx="3009890" cy="371973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0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ADFC73-AB16-02D0-14BC-C435348430A8}"/>
              </a:ext>
            </a:extLst>
          </p:cNvPr>
          <p:cNvSpPr/>
          <p:nvPr/>
        </p:nvSpPr>
        <p:spPr>
          <a:xfrm>
            <a:off x="3682706" y="5884372"/>
            <a:ext cx="2042679" cy="2000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dirty="0">
                <a:solidFill>
                  <a:schemeClr val="tx1"/>
                </a:solidFill>
              </a:rPr>
              <a:t>Token and Position Embedding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9F8810F-7B2D-297D-1792-9DC321F58C03}"/>
              </a:ext>
            </a:extLst>
          </p:cNvPr>
          <p:cNvSpPr/>
          <p:nvPr/>
        </p:nvSpPr>
        <p:spPr>
          <a:xfrm>
            <a:off x="3724271" y="5504093"/>
            <a:ext cx="1943100" cy="200025"/>
          </a:xfrm>
          <a:prstGeom prst="rect">
            <a:avLst/>
          </a:prstGeom>
          <a:solidFill>
            <a:srgbClr val="CC99FF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dirty="0">
                <a:solidFill>
                  <a:schemeClr val="tx1"/>
                </a:solidFill>
              </a:rPr>
              <a:t>Dropout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77FA039-1F3E-2F5A-9099-A691A5EDCA13}"/>
              </a:ext>
            </a:extLst>
          </p:cNvPr>
          <p:cNvSpPr/>
          <p:nvPr/>
        </p:nvSpPr>
        <p:spPr>
          <a:xfrm>
            <a:off x="3724271" y="4781780"/>
            <a:ext cx="1943100" cy="200025"/>
          </a:xfrm>
          <a:prstGeom prst="rect">
            <a:avLst/>
          </a:prstGeom>
          <a:solidFill>
            <a:srgbClr val="FFFF99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>
                <a:solidFill>
                  <a:schemeClr val="tx1"/>
                </a:solidFill>
              </a:rPr>
              <a:t>Layer Norm </a:t>
            </a:r>
            <a:r>
              <a:rPr lang="en-GB" sz="11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7D77BC3-A292-CEC1-D9DC-F17A3A9E5A87}"/>
              </a:ext>
            </a:extLst>
          </p:cNvPr>
          <p:cNvSpPr/>
          <p:nvPr/>
        </p:nvSpPr>
        <p:spPr>
          <a:xfrm>
            <a:off x="3724271" y="4102330"/>
            <a:ext cx="1943100" cy="490537"/>
          </a:xfrm>
          <a:prstGeom prst="rect">
            <a:avLst/>
          </a:prstGeom>
          <a:solidFill>
            <a:srgbClr val="FFCC66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dirty="0">
                <a:solidFill>
                  <a:schemeClr val="tx1"/>
                </a:solidFill>
              </a:rPr>
              <a:t>Masked Multi-head Attention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C623778-9FAC-AE5B-FC2C-ECA0D3AE5F68}"/>
              </a:ext>
            </a:extLst>
          </p:cNvPr>
          <p:cNvSpPr/>
          <p:nvPr/>
        </p:nvSpPr>
        <p:spPr>
          <a:xfrm>
            <a:off x="3724271" y="3713392"/>
            <a:ext cx="1943100" cy="200025"/>
          </a:xfrm>
          <a:prstGeom prst="rect">
            <a:avLst/>
          </a:prstGeom>
          <a:solidFill>
            <a:srgbClr val="CC99FF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dirty="0">
                <a:solidFill>
                  <a:schemeClr val="tx1"/>
                </a:solidFill>
              </a:rPr>
              <a:t>Dropout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661A67C-45FF-68C1-69AB-30EF0CEA75FC}"/>
              </a:ext>
            </a:extLst>
          </p:cNvPr>
          <p:cNvSpPr/>
          <p:nvPr/>
        </p:nvSpPr>
        <p:spPr>
          <a:xfrm>
            <a:off x="3724271" y="2897416"/>
            <a:ext cx="1943100" cy="200025"/>
          </a:xfrm>
          <a:prstGeom prst="rect">
            <a:avLst/>
          </a:prstGeom>
          <a:solidFill>
            <a:srgbClr val="FFFF99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dirty="0">
                <a:solidFill>
                  <a:schemeClr val="tx1"/>
                </a:solidFill>
              </a:rPr>
              <a:t>Layer Norm 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87A8EB0-B176-C6D4-AF64-5B988C5B62D0}"/>
              </a:ext>
            </a:extLst>
          </p:cNvPr>
          <p:cNvSpPr/>
          <p:nvPr/>
        </p:nvSpPr>
        <p:spPr>
          <a:xfrm>
            <a:off x="3724271" y="2527528"/>
            <a:ext cx="1943100" cy="2000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dirty="0">
                <a:solidFill>
                  <a:schemeClr val="tx1"/>
                </a:solidFill>
              </a:rPr>
              <a:t>Feed-Forward Network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506BECE-1B83-54D2-958F-DB256D7E6E1B}"/>
              </a:ext>
            </a:extLst>
          </p:cNvPr>
          <p:cNvSpPr/>
          <p:nvPr/>
        </p:nvSpPr>
        <p:spPr>
          <a:xfrm>
            <a:off x="3724271" y="1232133"/>
            <a:ext cx="1943100" cy="200025"/>
          </a:xfrm>
          <a:prstGeom prst="rect">
            <a:avLst/>
          </a:prstGeom>
          <a:solidFill>
            <a:srgbClr val="FFFF99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dirty="0">
                <a:solidFill>
                  <a:schemeClr val="tx1"/>
                </a:solidFill>
              </a:rPr>
              <a:t>Final Layer Norm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E402D0B-27A7-2A4C-800E-42DE7B7BC255}"/>
              </a:ext>
            </a:extLst>
          </p:cNvPr>
          <p:cNvSpPr/>
          <p:nvPr/>
        </p:nvSpPr>
        <p:spPr>
          <a:xfrm>
            <a:off x="3724271" y="2157640"/>
            <a:ext cx="1943100" cy="200025"/>
          </a:xfrm>
          <a:prstGeom prst="rect">
            <a:avLst/>
          </a:prstGeom>
          <a:solidFill>
            <a:srgbClr val="CC99FF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dirty="0">
                <a:solidFill>
                  <a:schemeClr val="tx1"/>
                </a:solidFill>
              </a:rPr>
              <a:t>Dropout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E3DB828-995B-7760-67FE-96235E883281}"/>
              </a:ext>
            </a:extLst>
          </p:cNvPr>
          <p:cNvSpPr/>
          <p:nvPr/>
        </p:nvSpPr>
        <p:spPr>
          <a:xfrm>
            <a:off x="4591046" y="3394305"/>
            <a:ext cx="209550" cy="20955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+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9A3DF3A8-C6A7-0E09-1ABE-A6F4B4B5EF92}"/>
              </a:ext>
            </a:extLst>
          </p:cNvPr>
          <p:cNvSpPr/>
          <p:nvPr/>
        </p:nvSpPr>
        <p:spPr>
          <a:xfrm>
            <a:off x="4591046" y="1825852"/>
            <a:ext cx="209550" cy="20955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+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089D6F8-F51E-5E2D-14A6-E3DF3474CFEE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4695821" y="5704118"/>
            <a:ext cx="8225" cy="1802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49420FB-C9C0-CDB9-2491-DB82FE74A81E}"/>
              </a:ext>
            </a:extLst>
          </p:cNvPr>
          <p:cNvCxnSpPr>
            <a:cxnSpLocks/>
            <a:endCxn id="7" idx="2"/>
          </p:cNvCxnSpPr>
          <p:nvPr/>
        </p:nvCxnSpPr>
        <p:spPr>
          <a:xfrm flipV="1">
            <a:off x="4695821" y="4981805"/>
            <a:ext cx="0" cy="5222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9B6CCE0-CEBD-5502-4972-43C0BCC595F5}"/>
              </a:ext>
            </a:extLst>
          </p:cNvPr>
          <p:cNvCxnSpPr>
            <a:cxnSpLocks/>
            <a:stCxn id="7" idx="0"/>
            <a:endCxn id="8" idx="2"/>
          </p:cNvCxnSpPr>
          <p:nvPr/>
        </p:nvCxnSpPr>
        <p:spPr>
          <a:xfrm flipV="1">
            <a:off x="4695821" y="4592867"/>
            <a:ext cx="0" cy="18891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A84D466-E53F-C121-0BF4-8D93B0CE9961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4695821" y="3913417"/>
            <a:ext cx="0" cy="18891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77783DA-B20A-A945-E5B4-CBF0743B3667}"/>
              </a:ext>
            </a:extLst>
          </p:cNvPr>
          <p:cNvCxnSpPr>
            <a:cxnSpLocks/>
          </p:cNvCxnSpPr>
          <p:nvPr/>
        </p:nvCxnSpPr>
        <p:spPr>
          <a:xfrm flipV="1">
            <a:off x="4695821" y="3603855"/>
            <a:ext cx="0" cy="10953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9D61292-3C38-992C-75A3-BFD5B727CDCC}"/>
              </a:ext>
            </a:extLst>
          </p:cNvPr>
          <p:cNvCxnSpPr>
            <a:cxnSpLocks/>
          </p:cNvCxnSpPr>
          <p:nvPr/>
        </p:nvCxnSpPr>
        <p:spPr>
          <a:xfrm flipV="1">
            <a:off x="4695821" y="3097441"/>
            <a:ext cx="0" cy="29686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9EF28B5-DE9F-7ECD-E43D-B22FBE09E48D}"/>
              </a:ext>
            </a:extLst>
          </p:cNvPr>
          <p:cNvCxnSpPr>
            <a:cxnSpLocks/>
          </p:cNvCxnSpPr>
          <p:nvPr/>
        </p:nvCxnSpPr>
        <p:spPr>
          <a:xfrm flipV="1">
            <a:off x="4695821" y="2727553"/>
            <a:ext cx="0" cy="16986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50C0FE96-C7D0-A1FF-2B1B-C30163EED127}"/>
              </a:ext>
            </a:extLst>
          </p:cNvPr>
          <p:cNvCxnSpPr>
            <a:cxnSpLocks/>
          </p:cNvCxnSpPr>
          <p:nvPr/>
        </p:nvCxnSpPr>
        <p:spPr>
          <a:xfrm flipV="1">
            <a:off x="4695821" y="2357665"/>
            <a:ext cx="0" cy="16986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9D86149-FC39-C754-5BFF-784F090B8803}"/>
              </a:ext>
            </a:extLst>
          </p:cNvPr>
          <p:cNvCxnSpPr>
            <a:cxnSpLocks/>
          </p:cNvCxnSpPr>
          <p:nvPr/>
        </p:nvCxnSpPr>
        <p:spPr>
          <a:xfrm flipV="1">
            <a:off x="4695821" y="2035402"/>
            <a:ext cx="0" cy="12223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82A550C-F996-8C8E-71FE-E426CA5918BE}"/>
              </a:ext>
            </a:extLst>
          </p:cNvPr>
          <p:cNvCxnSpPr>
            <a:cxnSpLocks/>
            <a:stCxn id="17" idx="0"/>
            <a:endCxn id="12" idx="2"/>
          </p:cNvCxnSpPr>
          <p:nvPr/>
        </p:nvCxnSpPr>
        <p:spPr>
          <a:xfrm flipV="1">
            <a:off x="4695821" y="1432158"/>
            <a:ext cx="0" cy="39369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F9101D8E-6B39-47A4-CBE6-423BC5F9B103}"/>
              </a:ext>
            </a:extLst>
          </p:cNvPr>
          <p:cNvCxnSpPr>
            <a:cxnSpLocks/>
          </p:cNvCxnSpPr>
          <p:nvPr/>
        </p:nvCxnSpPr>
        <p:spPr>
          <a:xfrm>
            <a:off x="4695821" y="3293498"/>
            <a:ext cx="1219204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935F995-9914-C06B-681F-45394AF414B1}"/>
              </a:ext>
            </a:extLst>
          </p:cNvPr>
          <p:cNvCxnSpPr>
            <a:cxnSpLocks/>
            <a:stCxn id="17" idx="6"/>
          </p:cNvCxnSpPr>
          <p:nvPr/>
        </p:nvCxnSpPr>
        <p:spPr>
          <a:xfrm>
            <a:off x="4800596" y="1930627"/>
            <a:ext cx="1114429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F21CDA37-C089-3839-A276-EFA148DE6D5F}"/>
              </a:ext>
            </a:extLst>
          </p:cNvPr>
          <p:cNvCxnSpPr>
            <a:cxnSpLocks/>
          </p:cNvCxnSpPr>
          <p:nvPr/>
        </p:nvCxnSpPr>
        <p:spPr>
          <a:xfrm>
            <a:off x="4694868" y="5182784"/>
            <a:ext cx="1219204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310844C5-9731-4D74-83C2-D37278F75DFD}"/>
              </a:ext>
            </a:extLst>
          </p:cNvPr>
          <p:cNvCxnSpPr>
            <a:cxnSpLocks/>
          </p:cNvCxnSpPr>
          <p:nvPr/>
        </p:nvCxnSpPr>
        <p:spPr>
          <a:xfrm>
            <a:off x="5905500" y="1930627"/>
            <a:ext cx="9525" cy="136287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4DA3E2A3-78C1-71A0-0CD7-2F79D2CCCCE4}"/>
              </a:ext>
            </a:extLst>
          </p:cNvPr>
          <p:cNvCxnSpPr>
            <a:cxnSpLocks/>
          </p:cNvCxnSpPr>
          <p:nvPr/>
        </p:nvCxnSpPr>
        <p:spPr>
          <a:xfrm>
            <a:off x="5908675" y="3499080"/>
            <a:ext cx="0" cy="168274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9A6F6E56-6BEB-864E-ABAA-1975B40D203A}"/>
              </a:ext>
            </a:extLst>
          </p:cNvPr>
          <p:cNvCxnSpPr>
            <a:cxnSpLocks/>
            <a:stCxn id="15" idx="6"/>
          </p:cNvCxnSpPr>
          <p:nvPr/>
        </p:nvCxnSpPr>
        <p:spPr>
          <a:xfrm>
            <a:off x="4800596" y="3499080"/>
            <a:ext cx="1114429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82CED454-2917-3B0D-C923-0B121D0AD7D6}"/>
              </a:ext>
            </a:extLst>
          </p:cNvPr>
          <p:cNvCxnSpPr>
            <a:cxnSpLocks/>
            <a:stCxn id="126" idx="0"/>
            <a:endCxn id="5" idx="2"/>
          </p:cNvCxnSpPr>
          <p:nvPr/>
        </p:nvCxnSpPr>
        <p:spPr>
          <a:xfrm flipH="1" flipV="1">
            <a:off x="4704046" y="6084397"/>
            <a:ext cx="4249" cy="35386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B4116A31-89B9-DA09-13DC-7CD905EAC59A}"/>
              </a:ext>
            </a:extLst>
          </p:cNvPr>
          <p:cNvSpPr txBox="1"/>
          <p:nvPr/>
        </p:nvSpPr>
        <p:spPr>
          <a:xfrm>
            <a:off x="3203346" y="1641032"/>
            <a:ext cx="12638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/>
              <a:t>Transformer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439F4E1A-0DB3-1138-47F0-02D9827B359C}"/>
              </a:ext>
            </a:extLst>
          </p:cNvPr>
          <p:cNvSpPr txBox="1"/>
          <p:nvPr/>
        </p:nvSpPr>
        <p:spPr>
          <a:xfrm>
            <a:off x="2608547" y="1089755"/>
            <a:ext cx="10109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/>
              <a:t>GPT-2</a:t>
            </a:r>
            <a:br>
              <a:rPr lang="en-GB" sz="1400" dirty="0"/>
            </a:br>
            <a:r>
              <a:rPr lang="en-GB" sz="1400" dirty="0"/>
              <a:t>Model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056CF37-1FCE-8CE6-D031-404C6C3C7624}"/>
              </a:ext>
            </a:extLst>
          </p:cNvPr>
          <p:cNvSpPr txBox="1"/>
          <p:nvPr/>
        </p:nvSpPr>
        <p:spPr>
          <a:xfrm rot="16200000">
            <a:off x="1240391" y="3388861"/>
            <a:ext cx="36019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/>
              <a:t>Stacked N times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17CB5A6F-E45A-C4EF-5FAF-A1A2F957B5C8}"/>
              </a:ext>
            </a:extLst>
          </p:cNvPr>
          <p:cNvSpPr txBox="1"/>
          <p:nvPr/>
        </p:nvSpPr>
        <p:spPr>
          <a:xfrm>
            <a:off x="4008210" y="6438260"/>
            <a:ext cx="14001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/>
              <a:t>Tokens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6AE26B0-E2ED-AB88-79A0-66563BF214A2}"/>
              </a:ext>
            </a:extLst>
          </p:cNvPr>
          <p:cNvSpPr/>
          <p:nvPr/>
        </p:nvSpPr>
        <p:spPr>
          <a:xfrm>
            <a:off x="3050982" y="436763"/>
            <a:ext cx="1486851" cy="20798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dirty="0">
                <a:solidFill>
                  <a:schemeClr val="tx1"/>
                </a:solidFill>
              </a:rPr>
              <a:t>Text Prediction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8CD8D4E-D02C-E804-DF7B-E402182934FE}"/>
              </a:ext>
            </a:extLst>
          </p:cNvPr>
          <p:cNvSpPr/>
          <p:nvPr/>
        </p:nvSpPr>
        <p:spPr>
          <a:xfrm>
            <a:off x="4870259" y="436763"/>
            <a:ext cx="1486851" cy="20798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dirty="0">
                <a:solidFill>
                  <a:schemeClr val="tx1"/>
                </a:solidFill>
              </a:rPr>
              <a:t>Task Classifier</a:t>
            </a:r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AC69C7E1-22EE-8C0C-DDF9-74496DB89C31}"/>
              </a:ext>
            </a:extLst>
          </p:cNvPr>
          <p:cNvCxnSpPr>
            <a:cxnSpLocks/>
            <a:stCxn id="13" idx="2"/>
            <a:endCxn id="24" idx="2"/>
          </p:cNvCxnSpPr>
          <p:nvPr/>
        </p:nvCxnSpPr>
        <p:spPr>
          <a:xfrm rot="16200000" flipH="1">
            <a:off x="4704046" y="-264895"/>
            <a:ext cx="12700" cy="1819277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F2CEB95C-022E-0AAB-BB2D-5161D02B63F4}"/>
              </a:ext>
            </a:extLst>
          </p:cNvPr>
          <p:cNvCxnSpPr>
            <a:cxnSpLocks/>
          </p:cNvCxnSpPr>
          <p:nvPr/>
        </p:nvCxnSpPr>
        <p:spPr>
          <a:xfrm flipH="1" flipV="1">
            <a:off x="4694867" y="859925"/>
            <a:ext cx="1" cy="37220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D2C6641B-C45F-5C27-676D-0A2939ACC1F8}"/>
              </a:ext>
            </a:extLst>
          </p:cNvPr>
          <p:cNvSpPr txBox="1"/>
          <p:nvPr/>
        </p:nvSpPr>
        <p:spPr>
          <a:xfrm>
            <a:off x="6463320" y="314078"/>
            <a:ext cx="10338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Application</a:t>
            </a:r>
            <a:br>
              <a:rPr lang="en-GB" sz="1200" dirty="0"/>
            </a:br>
            <a:r>
              <a:rPr lang="en-GB" sz="1200" dirty="0"/>
              <a:t>Head</a:t>
            </a:r>
          </a:p>
        </p:txBody>
      </p:sp>
    </p:spTree>
    <p:extLst>
      <p:ext uri="{BB962C8B-B14F-4D97-AF65-F5344CB8AC3E}">
        <p14:creationId xmlns:p14="http://schemas.microsoft.com/office/powerpoint/2010/main" val="14583695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</Words>
  <Application>Microsoft Office PowerPoint</Application>
  <PresentationFormat>Widescreen</PresentationFormat>
  <Paragraphs>18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Guy Dupenloup</dc:creator>
  <cp:lastModifiedBy>Guy Dupenloup</cp:lastModifiedBy>
  <cp:revision>16</cp:revision>
  <dcterms:created xsi:type="dcterms:W3CDTF">2025-10-26T11:30:29Z</dcterms:created>
  <dcterms:modified xsi:type="dcterms:W3CDTF">2025-11-21T13:19:30Z</dcterms:modified>
</cp:coreProperties>
</file>